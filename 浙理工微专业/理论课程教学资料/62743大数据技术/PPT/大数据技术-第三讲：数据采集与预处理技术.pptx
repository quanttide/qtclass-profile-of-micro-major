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大家好，欢迎来到《大数据技术》第三讲。今天我们将聚焦于大数据流程的起点——数据采集与预处理技术。我们将探讨数据从哪里来，有哪些主流的采集方式，以及在采集过程中需要注意的关键问题。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讲将分为五个部分。首先，我们会通过一个案例导入，了解数据采集的重要性。接着，深入讲解API、爬虫等核心采集技术。然后，我们会讨论采集过程中的合法性与稳定性问题。之后会有一个实践任务，最后进行总结和作业布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让我们进入第一部分：导入。在这一章，我们将探讨一个根本性的问题：数据，作为大数据的“原材料”，究竟是从哪里来的？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常说“数据是新的石油”，它是驱动一切大数据应用的基础。没有数据，再强大的算法也无从谈起。那么，一个自然而然的问题是：这些海量的数据，最初是如何被收集起来的呢？这正是我们这节课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让我们来看一个真实的案例：“China's Prices Project”。这个项目的目标是计算每日的线上价格指数。为了实现这个目标，我们需要每天从淘宝、京东等平台获取大量商品的价格数据。那么，具体应该怎么做呢？这就是我们接下来要探讨的内容。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现在，我们进入第二部分，深入探讨数据采集的核心技术。我们将学习几种主流的数据采集方式，并分析它们各自的优缺点。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这里总结了五种主流的数据采集方式。从官方授权的API调用，到灵活强大的Web爬虫，再到记录系统行为的日志收集，以及物联网领域的传感器和传统的表单录入。每种方式都有其特定的适用场景、优点和缺点。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首先是API调用，这是最理想的采集方式，就像走官方授权的“绿色通道”。它合规、稳定，返回的数据也是结构化的。但缺点是平台会对数据量和调用频率做出限制。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第二种是Web爬虫，它像一个灵活强大的“数据矿工”，可以抓取任何公开网页的数据。它的优点是灵活、数据全面，但缺点也很明显，存在法律和道德风险，并且需要应对网站的反爬机制。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第三种是日志收集，它记录了我们自有系统的“一举一动”。对于自己的网站或App，日志是最直接、最真实的数据来源，具有实时性强、数据量大的优点。但缺点是日志格式复杂，噪音多，需要大量的清洗工作。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现在我们回到之前的案例。对于“China's Prices Project”，我们应该选择哪种采集方式呢？API调用可能无法获取到全面的价格数据，而Web爬虫虽然直接，但面临反爬挑战。大家可以思考一下，哪种方案更可行？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接下来，我们进入第三部分，讨论数据采集中两个至关重要的考量因素：合法性与稳定性。这关系到我们的数据采集项目能否长久、可靠地运行。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首先是合法性，这是数据采集的“红线”。我们必须尊重网站的 robots.txt 协议，遵守服务条款，并且严格保护用户隐私，遵守相关法律法规。做一个“守法”的数据采集者是基本要求。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其次是稳定性，这是数据采集的“安全带”。我们需要考虑数据源的可用性，设置合理的采集频率，并建立完善的异常处理机制，包括监控告警、自动重试和数据校验，以确保数据能够源源不断地被采集。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在实战中，我们会遇到各种“坑”，比如数据源中断、触发反爬机制等。这张表格总结了一些常见问题及其解决方案。例如，遇到验证码，我们可以使用代理IP池、降低频率等方式来应对。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理论学习之后，我们进入第四部分，进行一个实践任务：为我们之前提到的“China's Prices Project”设计一套完整的数据采集方案。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现在，请大家分组讨论，为“China's Prices Project”设计一套完整的采集方案。需要考虑数据源选择、采集方式、频率、存储和异常处理等多个方面。这是一个将理论知识应用于实践的绝佳机会。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接下来是方案评审环节。每个小组派代表汇报方案，其他小组作为评审方，从合规性、稳定性、可扩展性等角度提出问题和改进建议。这个环节旨在培养大家的批判性思维和方案评审能力。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最后，我们进入第五部分，对本讲内容进行总结，并对后续学习进行展望。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本讲的核心要点。我们理解了数据采集作为大数据流程起点的重要性，学习了五种主流采集方式，并强调了合法性与稳定性的关键作用。通过实践任务，大家也体会到了设计一个完整方案的复杂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课后作业有两个。一是根据今天的讨论，完善你们的采集方案。二是调研一个主流的爬虫框架，比如Scrapy，并写一份简短的报告。希望大家通过作业，进一步巩固所学知识。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.sv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.svg"/><Relationship Id="rId10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1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F1E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第三讲：数据采集与预处理技术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大数据技术系列课程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课程代码 62743 | 浙理工微专业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本讲内容概览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壹 / 导入：数据从哪里来？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972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引入问题与案例背景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通过实际业务场景切入，探讨数据获取的必要性，为后续技术讲解建立现实问题的认知基础。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942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847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贰 / 核心技术：数据采集方式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2413000"/>
            <a:ext cx="29972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主流方法深度解析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84700" y="292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系统梳理API接口对接、网络爬虫抓取、日志埋点采集等核心手段，对比不同场景下的技术选型与应用要点。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651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26400" y="165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169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叁 / 关键考量：合法性与稳定性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16900" y="2413000"/>
            <a:ext cx="29972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业务开展的安全基石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16900" y="2921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明确数据采集的法律红线与技术边界，掌握反爬策略应对方案，确保数据获取过程合规、稳定且可持续。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393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肆 / 实践任务：数据采集方案设计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699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从理论到实战的落地演练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207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基于真实业务需求，运用所学技术独立完成一套可执行的数据采集方案。通过动手操作，将抽象的技术知识转化为解决实际问题的能力，加深对数据流转全流程的理解。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3937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393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伍 / 总结与展望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13500" y="4699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知识沉淀与课后拓展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207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回顾本讲核心知识点，梳理数据采集的完整技术脉络。通过课后作业巩固学习成果，并对下一阶段数据清洗与预处理的内容进行前瞻性引导，构建完整的数据处理知识体系。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导入：数据从哪里来？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数据：大数据的“原材料”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311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核心观点：数据是价值的基石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762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是驱动一切大数据分析和应用的底层基础。如果没有高质量、大规模的数据作为支撑，无论多么复杂的算法模型、多么先进的算力资源，都将成为无源之水、无本之木。就像工业时代的石油一样，原始数据经过采集、清洗和加工，才能转化为解决问题、创造价值的“能源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70500" cy="31115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905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深度思考：数据从何而来？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667000"/>
            <a:ext cx="4762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在生活中无时无刻不在产生海量数据：浏览网页、使用社交软件、消费支付、运动记录……这些看似零散的信息是如何被有效收集起来的？数据采集的方式有哪些？又是谁在背后构建了这些庞大的数据资源库？理解源头，是掌握大数据应用的第一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016500"/>
            <a:ext cx="10731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5143500"/>
            <a:ext cx="1022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课程启示：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数据的采集是整个大数据价值链的起点。只有清晰了解数据的来源、类型与质量特征，我们才能在后续的学习中，更好地理解数据清洗、特征工程与算法建模的逻辑，从而让数据真正成为可利用的资产。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案例导入：China's Prices Project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318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1780" b="11780"/>
          <a:stretch>
            <a:fillRect/>
          </a:stretch>
        </p:blipFill>
        <p:spPr>
          <a:xfrm>
            <a:off x="889000" y="1778000"/>
            <a:ext cx="4064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4064000"/>
            <a:ext cx="4064000" cy="571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089400"/>
            <a:ext cx="381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电商平台真实业务场景：商品详情页承载着核心的价格与销量数据，是指数构建的基础信息源。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826000"/>
            <a:ext cx="4318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49530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在数字化时代，线上消费已成为市场主流。通过对这类高频交易数据的持续监测，我们能更敏锐地感知市场供需变化，为商业决策提供客观依据。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0450">
            <a:off x="3175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5651500" y="1651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651500" y="1651000"/>
            <a:ext cx="508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842000" y="1752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核心目标：构建指数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2222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打造一个能够实时反映线上零售市场动态的“电商价格指数”，将分散的商品价格信息转化为可量化、可追踪的市场指标，服务于经济分析与商业洞察。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1651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953500" y="1651000"/>
            <a:ext cx="508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17526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来源渠道：主流平台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22225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覆盖淘宝、京东等国内头部电商平台，这些平台占据了线上零售的主要市场份额，其交易数据具有极高的代表性，是我们获取样本数据的核心渠道。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51500" y="36195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651500" y="3619500"/>
            <a:ext cx="50800" cy="1841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842000" y="3721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关键要素：多维信息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842000" y="4191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不仅抓取商品的实时成交价，还同步采集商品名称、近期销量、店铺归属及评分等辅助信息，为后续数据清洗、权重计算提供丰富的上下文支持。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36195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3619500"/>
            <a:ext cx="50800" cy="1841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144000" y="3721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执行频率：日级更新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44000" y="4191000"/>
            <a:ext cx="2857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设定每日固定时间点进行全量数据拉取。高频的数据更新机制是保证价格指数时效性的关键，能够及时捕捉促销活动、季节性调价带来的市场波动。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51500" y="5524500"/>
            <a:ext cx="6413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5651500" y="5524500"/>
            <a:ext cx="381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842000" y="5588000"/>
            <a:ext cx="609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面对海量且分散在不同平台的异构数据，我们应当采用何种技术手段，在遵守平台规则的前提下，高效、稳定地完成这一自动化数据采集任务？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核心技术：数据采集方式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五大主流数据采集方式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619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51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调用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0955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通过官方开放接口获取数据，是平台推荐的标准对接方式。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3365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2692400"/>
            <a:ext cx="323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微博、微信等开放平台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175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优势是合规稳定且数据结构化，但受调用频次和数据量限制，适合轻量级业务对接。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52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1524000"/>
            <a:ext cx="3619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1651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爬虫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20955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程序模拟浏览器行为，自动化抓取公开网页中的目标信息。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2667000"/>
            <a:ext cx="3365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99000" y="2692400"/>
            <a:ext cx="323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无API的公开数据网站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175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灵活获取海量非结构化数据，成本低。但需规避法律风险，且需持续应对网站的反爬策略。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152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255000" y="1524000"/>
            <a:ext cx="3619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1651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日志收集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20955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实时捕获系统、应用或服务器运行时产生的原始行为记录。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2667000"/>
            <a:ext cx="3365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45500" y="2692400"/>
            <a:ext cx="323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自有网站、App后端服务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3175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数据时效性极强且体量巨大，是分析用户行为的核心。缺点是噪音数据多，需复杂的ETL清洗处理。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406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4064000"/>
            <a:ext cx="3619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4191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传感器采集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89000" y="46355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利用物理硬件设备直接感知并记录环境或物体的状态变化。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9000" y="5207000"/>
            <a:ext cx="3365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52500" y="5232400"/>
            <a:ext cx="323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IoT物联网、工业监测场景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9000" y="5715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实现物理世界的数字化，精度高。但部署维护成本高昂，且对数据传输和存储的实时性要求严苛。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08500" y="406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508500" y="4064000"/>
            <a:ext cx="3619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635500" y="41910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表单录入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635500" y="4635500"/>
            <a:ext cx="3365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通过人工或用户填写界面的方式，主动提交所需信息。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635500" y="5207000"/>
            <a:ext cx="3365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4699000" y="5232400"/>
            <a:ext cx="323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问卷调查、客户信息登记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635500" y="5715000"/>
            <a:ext cx="336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数据针对性强、易于理解。但效率极低且易产生人为错误，仅适合小样本或特定信息的定向收集。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255000" y="4064000"/>
            <a:ext cx="36195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382000" y="4254500"/>
            <a:ext cx="336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选型核心原则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382000" y="4826000"/>
            <a:ext cx="336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CFD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没有绝对完美的采集方式，需根据业务场景、合规性要求和成本预算综合考量。优先选择官方API，灵活使用爬虫，重视日志价值，利用技术手段弥补人工录入的不足。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方式详解（一）：API调用：官方授权的“绿色通道”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572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466" r="1466"/>
          <a:stretch>
            <a:fillRect/>
          </a:stretch>
        </p:blipFill>
        <p:spPr>
          <a:xfrm>
            <a:off x="889000" y="1714500"/>
            <a:ext cx="431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4572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572000"/>
            <a:ext cx="419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API是连接不同软件系统的数字化桥梁。它通过标准化的“请求-响应”机制，让应用程序之间像人与人对话一样顺畅沟通。在数据采集中，这是唯一受平台官方认可、具备长期可行性的技术路径。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177">
            <a:off x="3365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842000" y="1651000"/>
            <a:ext cx="5905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032500" y="1778000"/>
            <a:ext cx="552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：API（应用程序编程接口）定义了软件组件交互的规范。开发者通过调用平台提供的官方接口，可在严格遵循平台规则的前提下，直接获取结构化数据。这不仅是技术实现，更是合规性与稳定性的双重保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42000" y="3238500"/>
            <a:ext cx="18796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336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969000" y="3746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合规安全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41275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完全遵循开发者协议，从源头规避法律与平台封禁风险，是最安全的获取方式。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10500" y="3238500"/>
            <a:ext cx="18796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00" y="336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937500" y="3746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稳定可靠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37500" y="41275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接口由官方技术团队维护，SLA服务等级有保障，避免了非官方手段的不稳定性。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779000" y="3238500"/>
            <a:ext cx="18796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06000" y="3365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906000" y="3746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易于处理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906000" y="41275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返回JSON/XML等机器友好格式，无需复杂的网页解析，开发效率大幅提升。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842000" y="5207000"/>
            <a:ext cx="5905500" cy="1079500"/>
          </a:xfrm>
          <a:prstGeom prst="roundRect">
            <a:avLst>
              <a:gd name="adj" fmla="val 0"/>
            </a:avLst>
          </a:prstGeom>
          <a:solidFill>
            <a:srgbClr val="FFFBEB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69000" y="53086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413500" y="5308600"/>
            <a:ext cx="520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使用局限：</a:t>
            </a:r>
            <a:r>
              <a:rPr lang="en-US" sz="1200" b="0" i="0" u="none" strike="noStrike">
                <a:solidFill>
                  <a:srgbClr val="451A03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平台通常会设置严格的调用频率限制（Rate Limit）和数据量配额，且部分深层数据字段可能受限于接口权限无法获取。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方式详解（二）：Web爬虫：灵活强大的“数据矿工”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318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791" r="5791"/>
          <a:stretch>
            <a:fillRect/>
          </a:stretch>
        </p:blipFill>
        <p:spPr>
          <a:xfrm>
            <a:off x="889000" y="1778000"/>
            <a:ext cx="4064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508500"/>
            <a:ext cx="43180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635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形象化理解：网络中的“蜘蛛”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143500"/>
            <a:ext cx="3937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就像一只不知疲倦的蜘蛛，沿着网页间的链接在万维网节点中穿梭爬行。它模拟人的浏览行为，将散落的非结构化信息自动抓取并“织”成可用的数据网络，是互联网大数据获取的核心手段。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450">
            <a:off x="3048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588000" y="1651000"/>
            <a:ext cx="609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588000" y="165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778500" y="1714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核心定义：自动化的“数据勘探者”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78500" y="2159000"/>
            <a:ext cx="571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爬虫（Spider）是一种程序化的脚本或软件，它能够自动向目标网站发送请求，模拟用户访问行为。在获取网页HTML源码后，通过特定规则解析并提取关键信息（如文本、图片、链接等），将其转化为结构化数据，是突破手动复制粘贴效率瓶颈的关键技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88000" y="34925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588000" y="3492500"/>
            <a:ext cx="29845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715000" y="3594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核心优势：灵活与深度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15000" y="40640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不受公开API接口的限制，理论上可覆盖所有公开网络资源；能获取比接口更全面的业务上下文信息，满足深度挖掘和非结构化数据分析的需求。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99500" y="3492500"/>
            <a:ext cx="2984500" cy="1714500"/>
          </a:xfrm>
          <a:prstGeom prst="roundRect">
            <a:avLst>
              <a:gd name="adj" fmla="val 0"/>
            </a:avLst>
          </a:prstGeom>
          <a:solidFill>
            <a:srgbClr val="FFF1F2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699500" y="3492500"/>
            <a:ext cx="2984500" cy="381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826500" y="35941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91B1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潜在风险：合规与维护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26500" y="40640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存在违反网站Robots协议或法律的风险；需持续对抗验证码、IP封锁等反爬机制；且目标网站结构变动会直接导致程序失效，维护成本较高。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588000" y="53340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F0FDF4">
              <a:alpha val="96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778500" y="5397500"/>
            <a:ext cx="571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应用建议：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爬虫是把双刃剑。使用前务必检查目标站Robots协议，控制爬取频率，避免对服务器造成压力。在商业场景中，合规是技术落地的首要前提。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方式详解（三）：日志收集：记录系统的“一举一动”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0668" b="10668"/>
          <a:stretch>
            <a:fillRect/>
          </a:stretch>
        </p:blipFill>
        <p:spPr>
          <a:xfrm>
            <a:off x="889000" y="1778000"/>
            <a:ext cx="3302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318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4450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这是服务器端生成的原始日志文件示例，每一行都忠实地记录了系统在特定时间点的事件、用户请求或错误堆栈，是系统运行的“时间胶囊”。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177">
            <a:off x="2349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762500" y="1651000"/>
            <a:ext cx="7048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762500" y="1651000"/>
            <a:ext cx="635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953000" y="1714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核心概念：系统的“黑匣子”记录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53000" y="2159000"/>
            <a:ext cx="666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乎所有软件系统在运行时都会自动生成日志文件，详细记录其内部状态变化、用户的每一次操作行为以及异常错误信息。这些看似杂乱的文本流，实际上是我们了解系统运行状况、还原用户路径最宝贵的原生数据资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62500" y="342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89500" y="34925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关键优势：原生且全面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89500" y="39370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具备毫秒级的实时性，能同步捕获动态；数据量巨大，包含全量原始细节；最重要的是作为自有数据，它未经第三方加工，是业务现状最直接、最真实的映射。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18500" y="342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97316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445500" y="34925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9A341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实施挑战：清洗与解析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445500" y="3937000"/>
            <a:ext cx="323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日志格式往往非结构化或半结构化，缺乏统一标准；同时包含大量无效的“噪音”信息。这意味着在进行分析前，必须投入大量工程资源进行数据清洗、标准化和预处理。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762500" y="5397500"/>
            <a:ext cx="7048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889500" y="5524500"/>
            <a:ext cx="679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总结：日志收集是获取深度业务洞察的基石。虽然它比其他方式更复杂，需要一定的技术门槛来处理数据，但一旦完成，它能为产品迭代、技术故障排查和用户行为分析提供无可替代的底层事实依据。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思考与讨论：China's Prices Project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651000"/>
            <a:ext cx="1003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回顾“China's Prices Project”的业务需求，我们需要采集海量、多品类的商品价格数据以进行市场洞察。在现有的技术手段中，你认为应该选择哪种或哪几种数据采集方式？做出选择的核心考量因素又是什么？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671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3655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API调用？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937000"/>
            <a:ext cx="30861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平台通常不会为外部机构提供覆盖全品类、实时且详尽的商品价格API。这类核心商业数据是平台的重要资产，开放接口可能损害其市场竞争优势。因此，依赖官方API获取全面数据在实际项目中往往不具备可行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83100" y="3175000"/>
            <a:ext cx="34671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83100" y="3175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73600" y="33655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Web爬虫？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73600" y="3937000"/>
            <a:ext cx="30861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获取公开网页数据最直接的技术手段，但实施难度极大。目标网站通常部署了验证码、访问频率限制、动态渲染等反爬机制，这要求开发团队具备高阶的逆向分析能力。同时，还需严格评估数据爬取行为的合规性，避免法律风险与商业纠纷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04200" y="3175000"/>
            <a:ext cx="34671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04200" y="3175000"/>
            <a:ext cx="34671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94700" y="3365500"/>
            <a:ext cx="30861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其他方式？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94700" y="3937000"/>
            <a:ext cx="30861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收集仅能反映特定用户群体的行为轨迹，无法获取全网商品的价格全貌；而传感器多用于线下实体环境的数据采集，与线上电商的价格监测场景完全脱节。这两种方式均无法满足项目对大规模、跨品类价格数据的采集需求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286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419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关键考量：合法性与稳定性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合法性考量：数据采集的“红线”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609600" cy="6096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0447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968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尊重 robots.txt 协议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628">
            <a:off x="1016014" y="2851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这是网站对网络爬虫的“君子协定”，明确界定了服务器允许或禁止抓取的页面范围。它是合规数据采集的第一道门槛，体现了对目标网站资源的基本尊重。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无视该协议不仅可能导致爬虫IP被网站封禁，还可能被视为对网站运营秩序的干扰，进而引发潜在的法律纠纷，是数据采集工作必须严守的基本规范。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704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724400" y="1968500"/>
            <a:ext cx="609600" cy="6096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0600" y="20447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86400" y="1968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遵守网站服务条款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628">
            <a:off x="4724414" y="2851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7244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绝大多数互联网平台都会在用户注册或使用协议中，明确规定对其内容的使用权限。未经许可的自动化抓取行为，通常已被明确列入禁止行为范畴。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7244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514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违规抓取可能被认定为违反《反不正当竞争法》，构成不正当竞争。这不仅会面临法律诉讼和巨额赔偿，还会对企业的商业信誉和长期发展造成不可挽回的负面影响。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1651000"/>
            <a:ext cx="3492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445500" y="1968500"/>
            <a:ext cx="609600" cy="6096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700" y="20447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207500" y="1968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保护用户隐私数据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628">
            <a:off x="8445514" y="2851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445500" y="3048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在采集数据过程中，不可避免会涉及用户个人身份信息（PII）。这是法律监管的核心区域，也是企业社会责任的重要体现。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445500" y="44450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5725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必须严格遵循《个人信息保护法》等相关法律法规，对敏感数据进行严格脱敏处理，确保采集行为获得合法授权，从源头杜绝隐私泄露风险，保障用户合法权益。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稳定性考量：数据采集的“安全带”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191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9290" b="9290"/>
          <a:stretch>
            <a:fillRect/>
          </a:stretch>
        </p:blipFill>
        <p:spPr>
          <a:xfrm>
            <a:off x="863600" y="1752600"/>
            <a:ext cx="4000500" cy="273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762500"/>
            <a:ext cx="419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10B981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889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可视化监控是稳定的基础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5334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专业的服务器监控仪表盘，可实时掌握采集节点的运行状态、资源占用与网络情况。将底层的技术指标转化为直观的图表，让潜在的系统风险从“不可见”变为“可感知”，是建立稳定采集体系的重要第一步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708">
            <a:off x="2857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397500" y="1651000"/>
            <a:ext cx="31496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397500" y="1651000"/>
            <a:ext cx="3149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524500" y="18034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数据源的可用性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24500" y="2311400"/>
            <a:ext cx="28956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目标网站或API的结构是否会频繁变更？是否准备了高可用的备用数据源？这是系统上线前必须验证的核心前提。只有确保源头的稳定与可替代，才能避免因源端变动导致整个采集服务的意外中断。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699500" y="1651000"/>
            <a:ext cx="31496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699500" y="1651000"/>
            <a:ext cx="3149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26500" y="1803400"/>
            <a:ext cx="2895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采集频率的合理性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26500" y="2311400"/>
            <a:ext cx="28956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高的请求频率会给目标服务器带来不必要的负载，极易触发反爬机制导致IP封禁；而过低的频率则无法满足业务对数据时效性的需求。我们需要根据目标站点的特性和业务场景，动态调整并设定“温和”的请求策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97500" y="4064000"/>
            <a:ext cx="64516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4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397500" y="4064000"/>
            <a:ext cx="6451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524500" y="41910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全链路异常处理机制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524500" y="47244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588000" y="47879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实时监控告警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588000" y="5232400"/>
            <a:ext cx="185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采集任务失败或数据量异常时，通过多渠道即时通知管理员，大幅缩短故障响应与定位时间。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68748">
            <a:off x="6921500" y="545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645400" y="47244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708900" y="47879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智能自动重试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708900" y="5232400"/>
            <a:ext cx="185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针对网络抖动、临时限流等偶发问题，执行指数退避策略自动重试，减少人工干预的运维成本。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68748">
            <a:off x="9017000" y="54546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740900" y="4724400"/>
            <a:ext cx="19812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804400" y="4787900"/>
            <a:ext cx="1854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严格数据校验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804400" y="5232400"/>
            <a:ext cx="185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对结果进行格式与完整性双重校验，自动清洗脏数据，确保最终入库数据的质量符合业务标准。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数据采集实战中的“坑”与对策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数据源中断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根本原因：目标网站改版升级、API接口协议变更或服务商直接下线接口，导致原有采集链路直接断裂。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1496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应对策略：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建立核心接口的实时监控告警机制；提前储备备用数据源方案；在代码层增加超时重试与异常捕获，提升系统容错能力。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135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数据格式变更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3495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根本原因：前端页面元素的CSS样式、标签结构更新，或数据返回的JSON字段名、层级发生变化，造成解析失败。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3111500"/>
            <a:ext cx="48895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31496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应对策略：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使用基于内容而非位置的鲁棒解析方法；对关键数据结构实施版本化管理；开发自动适配脚本，减少人工维护成本。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438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触发反爬机制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889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根本原因：高频请求被风控系统识别，导致IP被封禁、人机验证拦截，或采集账号权限受限。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588000"/>
            <a:ext cx="48895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79500" y="56134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应对策略：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构建高匿代理IP池轮换访问；随机化请求头与访问间隔模拟真人；集成验证码自动识别模块或采用分布式采集策略。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70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13500" y="438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数据质量差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13500" y="4889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根本原因：源数据本身存在脏数据、逻辑错误、关键信息缺失或重复记录，影响后续分析的有效性。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5588000"/>
            <a:ext cx="48895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40500" y="56134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应对策略：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在采集环节植入规则校验逻辑；建立ETL数据清洗流水线，自动去重与补全；引入人工抽检确保核心数据准确性。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实践任务：数据采集方案设计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实践任务：为China's Prices Project设计方案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93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203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5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任务背景与目标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355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旨在通过每日采集主流电商平台的核心商品价格数据，经标准化清洗与结构化整合后，计算生成动态价格指数。这将为分析市场供需变化、预测价格趋势提供可靠的数据基础，同时也是一次将数据工程理论转化为落地执行方案的实战演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39370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937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关键思考方向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在设计方案时，请重点考量数据的真实性、采集的合规性以及系统的鲁棒性。思考如何在保证数据时效性的同时，尽可能降低开发与维护成本，并制定一套可应对突发情况的备选方案。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90450">
            <a:off x="2603500" y="3803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0" y="1524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080000" y="1524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16764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1676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数据源选择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2159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确定要接入的电商平台名单，评估各平台的数据丰富度、更新频率及公开程度。思考：为什么选择这些平台？数据是否具备行业代表性？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467600" y="1524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467600" y="1524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6500" y="16764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937500" y="1676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技术实现方式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556500" y="2159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对比API接口与Web爬虫的优劣。是直接调用官方API获取结构化数据，还是开发爬虫抓取公开页面？或是采用混合模式以应对不同平台的限制？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842500" y="1524000"/>
            <a:ext cx="22606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842500" y="1524000"/>
            <a:ext cx="2260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1400" y="16764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312400" y="16764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执行频率策略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931400" y="2159000"/>
            <a:ext cx="2057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确定数据更新的时间粒度。每日采集几次？选择凌晨、早高峰还是晚间？需结合商品价格变动的活跃时段与服务器负载情况综合判断。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080000" y="3810000"/>
            <a:ext cx="3454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5080000" y="3810000"/>
            <a:ext cx="3454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07000" y="39624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5651500" y="3962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数据存储架构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207000" y="4445000"/>
            <a:ext cx="32004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设计采集数据的落地存储方案。初期可选用CSV/JSON等轻量化格式便于快速验证；若数据量持续增长，需考虑引入MySQL或MongoDB等数据库，设计合理的表结构以支持后续的快速查询与历史比对。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661400" y="3810000"/>
            <a:ext cx="34544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661400" y="3810000"/>
            <a:ext cx="34544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63000" y="39624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207500" y="39624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风险与异常应对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763000" y="4445000"/>
            <a:ext cx="32004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制定容错机制是方案的关键。如何突破反爬限制？遇到数据格式变更时如何自动适配？需设计监控预警与断点续传功能，确保在网络波动或平台策略调整时，采集任务依然能够稳健运行。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课堂研讨：方案评审与优化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00200"/>
            <a:ext cx="10287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各小组派代表汇报本组方案，其余小组作为评审方，围绕以下核心维度对方案进行深度剖析与质询。通过多方视角的碰撞，共同探讨方案的可行性、潜在问题与优化空间，推动方案向更完善的方向迭代。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819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合规性审查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02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方案是否充分考量了法律法规与行业规范？在数据采集、传输与使用环节，是否有效规避了隐私泄露、权限越界等潜在法律风险，筑牢业务开展的合法性基础？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266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30600" y="266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657600" y="2819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稳定性评估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3302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面对网络波动、服务器临时故障或目标网站反爬策略等常见异常，方案是否具备成熟的容错机制与自动恢复能力？能否在复杂环境下保障数据获取的连续性与准确性？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99200" y="266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99200" y="266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26200" y="2819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可扩展性分析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26200" y="3302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当未来业务增长、数据源类型或采集量级大幅增加时，现有技术架构是否支持灵活迭代？能否以较低的开发与维护成本，快速完成功能升级、节点部署与系统扩容？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67800" y="2667000"/>
            <a:ext cx="2603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067800" y="266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94800" y="28194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优化改进建议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94800" y="3302000"/>
            <a:ext cx="234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结合实际业务场景与落地经验，方案在流程设计、技术选型上存在哪些可优化的细节？是否有更高效、更适配业务需求的实现思路、工具或架构值得尝试？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826000"/>
            <a:ext cx="109093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4953000"/>
            <a:ext cx="1054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研讨核心目标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397500"/>
            <a:ext cx="1047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研讨不仅是为了帮助方案汇报组发现潜在问题、完善执行细节，更重要的是通过这种“评审-被评审”的实战模式，培养全员的批判性思维与专业方案评审能力。让技术方案在正式落地前，经过充分的论证与打磨，具备更强的可行性、可靠性与实际落地价值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课堂小结：本讲核心要点回顾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流程起点：数据质量决定上限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数据采集是大数据全流程的首要环节，其获取数据的准确性、时效性与维度完整性，直接决定了后续数据清洗、建模分析及商业决策的最终价值上限，是整个项目成功的基础前提。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核心方法：五种主流采集模式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系统掌握了网络爬虫、服务器日志、物联网传感器、开放API接口及数据库直连五种主流方式。理解每种方式的技术特点、适用边界，能根据业务场景与数据源特性做出精准的技术选型。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064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关键原则：合规与稳定双重保障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合法性是数据项目的生命线，需严格遵守《数据安全法》等法规要求；而系统稳定性则是持续产出的关键，在方案设计之初就必须引入异常处理、断点续传与自动恢复机制，确保采集工作不间断。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0800" cy="209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4064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实践落地：理论到方案的跨越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通过真实的实战任务，我们将抽象的理论知识转化为可执行的采集方案。这一过程不仅锻炼了技术实现能力，更让我们深刻体会到在复杂业务环境中，平衡数据需求、技术可行性与运营成本的实际挑战。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课后作业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064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2709" b="2709"/>
          <a:stretch>
            <a:fillRect/>
          </a:stretch>
        </p:blipFill>
        <p:spPr>
          <a:xfrm>
            <a:off x="952500" y="1841500"/>
            <a:ext cx="3683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318000"/>
            <a:ext cx="4064000" cy="1778000"/>
          </a:xfrm>
          <a:prstGeom prst="roundRect">
            <a:avLst>
              <a:gd name="adj" fmla="val 0"/>
            </a:avLst>
          </a:prstGeom>
          <a:solidFill>
            <a:srgbClr val="ECFDF5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508500"/>
            <a:ext cx="368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本次技术调研建议聚焦于 Scrapy 框架，它是 Python 生态中最成熟、高效的爬虫应用框架之一。通过深入了解其核心机制，你将能够设计出更稳健、可扩展的数据采集方案，为后续的项目实施打下坚实基础。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2921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461000" y="1651000"/>
            <a:ext cx="6223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461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15000" y="17780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作业一：方案完善题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0" y="2413000"/>
            <a:ext cx="571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结合课堂研讨环节中老师与同学们的反馈意见，重新审视并深度优化你的 “China's Prices Project” 数据采集方案。重点细化数据筛选规则、采集频率策略以及异常数据的处理机制，确保方案在实际执行中具备更高的可行性与准确性。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4127500"/>
            <a:ext cx="6223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461000" y="41275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15000" y="4254500"/>
            <a:ext cx="571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作业二：技术调研题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0" y="4889500"/>
            <a:ext cx="571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选取一款主流的 Web 爬虫框架（推荐 Python Scrapy），完成一份技术调研报告。内容需涵盖框架的核心功能模块、底层架构设计特点，并通过一个简单的示例代码片段说明其基本使用方法，同时分析该框架在应对大规模数据采集时的优势。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6981</Words>
  <Application>WPS 演示</Application>
  <PresentationFormat/>
  <Paragraphs>372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2026-06-01T02:07:45Z</dcterms:created>
  <dcterms:modified xsi:type="dcterms:W3CDTF">2026-06-01T02:07:45Z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{"Label":"1","ContentProducer":"001191110102MACQD9K64010000","ProduceID":"7644450595018509514","ReservedCode1":"","ContentPropagator":"","PropagateID":"","ReservedCode2":""}</vt:lpwstr>
  </property>
  <property fmtid="{D5CDD505-2E9C-101B-9397-08002B2CF9AE}" pid="3" name="ICV">
    <vt:lpwstr>5274A51DBB1F463785F0809D07DA7BB9_12</vt:lpwstr>
  </property>
  <property fmtid="{D5CDD505-2E9C-101B-9397-08002B2CF9AE}" pid="4" name="KSOProductBuildVer">
    <vt:lpwstr>2052-12.1.0.20784</vt:lpwstr>
  </property>
</Properties>
</file>